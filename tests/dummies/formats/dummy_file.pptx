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400" cy="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Book the First—Recalled to Life</a:t>
            </a:r>
          </a:p>
          <a:p>
            <a:r>
              <a:t>Record #10492</a:t>
            </a:r>
          </a:p>
          <a:p>
            <a:r>
              <a:t>VERBATIM_TEST_CONTENT_12345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